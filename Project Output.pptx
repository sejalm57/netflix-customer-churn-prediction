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0B7B-1B9B-030E-525A-560D25A19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344E4-7E4C-9FF6-73DA-2CC47C4A0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7BC7E-FD9A-87E2-4A39-837C859E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71EF1-979A-3205-CED4-FDB0B8F3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9F1B1-C1E9-67B6-2D7E-F360035DB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78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9749-EAEB-5BB9-0CE0-583F09D4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66FFF-43AF-2A10-4C36-BAD262AC6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978E2-6A56-9B4B-EAF1-B5A0557F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8DB72-63D3-C187-4439-84B2D8CCE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4911F-5D70-3635-411A-5AFCCC4D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44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E031-6745-7AE5-F842-60BC1EA3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1D347-D44B-EF1E-E8B0-8E48F1C9A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A4CB-3C72-4185-EEAA-A110E536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94E87-F684-6540-8BF2-9E9E8FFB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A12DA-4A0D-7501-2E68-AC94D8C8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21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C7B0A-79AC-3177-8D3D-8666AEE8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5F398-C45A-B9A9-7123-74B4008B3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64303-CC4D-FB83-DC02-61B9F3957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1BB85-26F9-A55E-5BE4-D00F3258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8EE32-0323-1204-937A-DB2201B50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55744-11AB-1068-EE21-EF447ACD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6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C905-F1B8-D3D7-2E55-A368F375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964F2-EDEC-5025-52A6-5304B4ECB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AC2-6404-A4FD-3F17-958F4A728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E26A0-C8F4-E5DF-1938-F9752C0D5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39AB2-A7B6-8755-EDF1-6551866D2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A6B2C8-A3D8-3256-0127-607F3416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BCAF6-C937-F46A-2C07-BBC33DA1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444006-98C7-93F3-3F53-BA519E36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64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D324-2855-EA67-3533-F9C20D88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49798-406F-FD60-496A-EB20EC089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9BE3E-FBD2-A86C-57C1-9ED71154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DCDD3-A1FE-EFC8-E9E0-1130810B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53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61AD0-70D8-C8CB-65D3-93BA97B3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B6151-1571-3294-8847-3816168D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D6DF6-2BC4-528C-264B-0E77A4F1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1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86EA-7CA5-1F5C-E745-A1EB43757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1652-A305-D4BC-4F4E-2CFC71F8C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F619D-BCD2-A37F-5B0B-9A2148264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35617-5809-27E6-8059-EA70375D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D8E88-1930-493A-A536-FA826A65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CAF84-E8E1-1FE4-D153-69861110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56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13061-99E0-AFCA-5FE4-D2051071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706C39-A4F6-D5BA-A69B-6C52CBD58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EA8E3-A43C-07DB-0335-A25CF0B36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E659D-A742-756C-84A2-B4FE02E9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91F51-7FD7-8A7C-18A0-69AC3BD53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46606-0F04-E0BF-134B-FE68A15E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31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85D6-AEE2-A7AE-D5BA-6C1B4CD6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60FC5-D326-7595-E945-F20901EBF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CED5E-2AB8-0C7E-45AC-C31B1FEB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0D63D-FEBF-7C82-9801-188B03C7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0ACB7-BDF6-BB6C-084A-AA665EDE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8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C6A1E0-87D1-3A54-058E-FF12DF69E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527C4-31A6-9BEA-AE15-7079E5DCB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840FD-5287-B8BB-6446-1731381C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B2AB-2FBD-1857-E906-211CDF9A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9E568-F62E-6471-79D4-9F23A77F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79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6C3D0-805C-4965-5A39-43AF3E43F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890E0-4E1B-7367-2AEA-8123ED570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17887-A794-AAD4-1854-64B1DDA89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C6801-3975-447D-90E4-10A75B79577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7BD11-9DA8-092D-003E-97595450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1E7FE-DDFC-D778-E4B8-1DBBD8C2E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5CB55-5687-4010-81B9-87D14598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64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8133-D967-2970-09A9-B2D94DE09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6AB06-FB4D-0E8D-3496-BB2F2E28C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ACA3C-7C15-2F50-7432-16BA6CE90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360"/>
            <a:ext cx="12192000" cy="582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9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8647-4B10-1DA8-ECDE-B8184DFA2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81A684-8091-EA4F-6EE3-2FCEC1DAE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97" y="278039"/>
            <a:ext cx="11810336" cy="621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3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B7B4A-CA08-0912-1D36-FF5629811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89" y="435429"/>
            <a:ext cx="11791406" cy="607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05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5A04F8-76A5-7162-08F6-4733F9655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962"/>
            <a:ext cx="12192000" cy="585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00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1ACC8A-E484-DC9E-273F-F20D2B43A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101"/>
            <a:ext cx="12192000" cy="581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26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sejalm057@gmail.com</dc:creator>
  <cp:lastModifiedBy>sejalm057@gmail.com</cp:lastModifiedBy>
  <cp:revision>1</cp:revision>
  <dcterms:created xsi:type="dcterms:W3CDTF">2026-03-31T16:31:43Z</dcterms:created>
  <dcterms:modified xsi:type="dcterms:W3CDTF">2026-03-31T16:32:20Z</dcterms:modified>
</cp:coreProperties>
</file>